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914" y="747522"/>
            <a:ext cx="5363261" cy="5362956"/>
          </a:xfrm>
          <a:prstGeom prst="rect">
            <a:avLst>
              <a:gd name="adj" fmla="val 6138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066" y="820903"/>
            <a:ext cx="5216957" cy="5216195"/>
          </a:xfrm>
          <a:prstGeom prst="rect">
            <a:avLst>
              <a:gd name="adj" fmla="val 4488"/>
            </a:avLst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57974" y="3671087"/>
            <a:ext cx="4731715" cy="1006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基于仿生"水膜-鱼网"结构，研发液态金属-聚氨酯复合柔性传感薄膜，实现高灵敏度与长寿命。 构建融合光纤传感与惯性测量单元（IMU）的混合传感架构，达成0.1mm级空间分辨率与低系统延迟。 开发分层式手势识别模型，结合自适应滤波与滑动窗口分割，在复杂条件下识别准确率稳定高于95%。 设计多模态融合引擎与统一通信协议，支持跨平台快速部署，显著降低对接开发成本。 集成微型电磁致动器与温控模块，实现压力与温度的微秒级精准反馈，逼近真实交互质感。 全栈技术链贯通自研传感器、端侧轻量化算法与云端协同，形成软硬一体的开放技术底座。 硬件采用IP67级三防封装与宽温域设计，软件嵌入环境自适应算法，适配工业级严苛场景。 技术方案已在工业数字孪生等场景完成实地验证，为规模化行业部署提供可靠支撑。</a:t>
            </a:r>
            <a:endParaRPr lang="en-US" sz="1728" dirty="0"/>
          </a:p>
        </p:txBody>
      </p:sp>
      <p:sp>
        <p:nvSpPr>
          <p:cNvPr id="5" name="Text 3"/>
          <p:cNvSpPr txBox="1"/>
          <p:nvPr/>
        </p:nvSpPr>
        <p:spPr>
          <a:xfrm>
            <a:off x="1165555" y="3657371"/>
            <a:ext cx="4089197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龙影元宇宙多模态智能数据手套全栈技术系统框架图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957974" y="2180844"/>
            <a:ext cx="4731715" cy="125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研究内容与技术系统</a:t>
            </a:r>
            <a:endParaRPr lang="en-US" sz="4560" dirty="0"/>
          </a:p>
        </p:txBody>
      </p:sp>
      <p:sp>
        <p:nvSpPr>
          <p:cNvPr id="7" name="Text 5"/>
          <p:cNvSpPr txBox="1"/>
          <p:nvPr/>
        </p:nvSpPr>
        <p:spPr>
          <a:xfrm>
            <a:off x="7192061" y="3671087"/>
            <a:ext cx="4497629" cy="103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基于仿生"水膜-鱼网"结构，研发液态金属-聚氨酯复合柔性传感薄膜，实现高灵敏度与长寿命。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92061" y="4825289"/>
            <a:ext cx="4497629" cy="103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构建融合光纤传感与惯性测量单元（IMU）的混合传感架构，达成0.1mm级空间分辨率与低系统延迟。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192061" y="5979490"/>
            <a:ext cx="4497629" cy="103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开发分层式手势识别模型，结合自适应滤波与滑动窗口分割，在复杂条件下识别准确率稳定高于95%。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92061" y="7133006"/>
            <a:ext cx="4497629" cy="690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设计多模态融合引擎与统一通信协议，支持跨平台快速部署，显著降低对接开发成本。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192061" y="7941564"/>
            <a:ext cx="4497629" cy="103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集成微型电磁致动器与温控模块，实现压力与温度的微秒级精准反馈，逼近真实交互质感。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92061" y="9095765"/>
            <a:ext cx="4497629" cy="103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全栈技术链贯通自研传感器、端侧轻量化算法与云端协同，形成软硬一体的开放技术底座。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92061" y="10249967"/>
            <a:ext cx="4497629" cy="103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硬件采用IP67级三防封装与宽温域设计，软件嵌入环境自适应算法，适配工业级严苛场景。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92061" y="11403482"/>
            <a:ext cx="4497629" cy="690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技术方案已在工业数字孪生等场景完成实地验证，为规模化行业部署提供可靠支撑。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2026-03-21T03:35:30Z</dcterms:created>
  <dcterms:modified xsi:type="dcterms:W3CDTF">2026-03-21T03:35:30Z</dcterms:modified>
</cp:coreProperties>
</file>