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分析虚拟现实产业现状、问题及调研发现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二、产业现状与调研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