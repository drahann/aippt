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54838" y="1167917"/>
            <a:ext cx="5827776" cy="55275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209386" y="1167917"/>
            <a:ext cx="5827776" cy="55275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4838" y="183109"/>
            <a:ext cx="11883542" cy="565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48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产业目标与现存挑战</a:t>
            </a:r>
            <a:endParaRPr lang="en-US" sz="4448" dirty="0"/>
          </a:p>
        </p:txBody>
      </p:sp>
      <p:sp>
        <p:nvSpPr>
          <p:cNvPr id="6" name="Text 4"/>
          <p:cNvSpPr txBox="1"/>
          <p:nvPr/>
        </p:nvSpPr>
        <p:spPr>
          <a:xfrm>
            <a:off x="154838" y="772211"/>
            <a:ext cx="11883542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规模化应用目标与当前交互环节短板对比</a:t>
            </a:r>
            <a:endParaRPr lang="en-US" sz="1568" dirty="0"/>
          </a:p>
        </p:txBody>
      </p:sp>
      <p:sp>
        <p:nvSpPr>
          <p:cNvPr id="7" name="Text 5"/>
          <p:cNvSpPr txBox="1"/>
          <p:nvPr/>
        </p:nvSpPr>
        <p:spPr>
          <a:xfrm>
            <a:off x="332842" y="1351026"/>
            <a:ext cx="5470550" cy="268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产业规模化应用目标</a:t>
            </a:r>
            <a:endParaRPr lang="en-US" sz="1920" dirty="0"/>
          </a:p>
        </p:txBody>
      </p:sp>
      <p:sp>
        <p:nvSpPr>
          <p:cNvPr id="8" name="Text 6"/>
          <p:cNvSpPr txBox="1"/>
          <p:nvPr/>
        </p:nvSpPr>
        <p:spPr>
          <a:xfrm>
            <a:off x="332842" y="1785823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9" name="Text 7"/>
          <p:cNvSpPr txBox="1"/>
          <p:nvPr/>
        </p:nvSpPr>
        <p:spPr>
          <a:xfrm>
            <a:off x="519379" y="1761134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政策驱动产业迈向规模化应用</a:t>
            </a:r>
            <a:endParaRPr lang="en-US" sz="1184" dirty="0"/>
          </a:p>
        </p:txBody>
      </p:sp>
      <p:sp>
        <p:nvSpPr>
          <p:cNvPr id="10" name="Text 8"/>
          <p:cNvSpPr txBox="1"/>
          <p:nvPr/>
        </p:nvSpPr>
        <p:spPr>
          <a:xfrm>
            <a:off x="332842" y="2100605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519379" y="207591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2026年产业总体规模超3500亿元</a:t>
            </a:r>
            <a:endParaRPr lang="en-US" sz="1184" dirty="0"/>
          </a:p>
        </p:txBody>
      </p:sp>
      <p:sp>
        <p:nvSpPr>
          <p:cNvPr id="12" name="Text 10"/>
          <p:cNvSpPr txBox="1"/>
          <p:nvPr/>
        </p:nvSpPr>
        <p:spPr>
          <a:xfrm>
            <a:off x="332842" y="2415388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3" name="Text 11"/>
          <p:cNvSpPr txBox="1"/>
          <p:nvPr/>
        </p:nvSpPr>
        <p:spPr>
          <a:xfrm>
            <a:off x="519379" y="2390699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技术向高价值B端场景深度渗透</a:t>
            </a:r>
            <a:endParaRPr lang="en-US" sz="1184" dirty="0"/>
          </a:p>
        </p:txBody>
      </p:sp>
      <p:sp>
        <p:nvSpPr>
          <p:cNvPr id="14" name="Text 12"/>
          <p:cNvSpPr txBox="1"/>
          <p:nvPr/>
        </p:nvSpPr>
        <p:spPr>
          <a:xfrm>
            <a:off x="332842" y="2730170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519379" y="270616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硬件出货量与内容生态持续扩容</a:t>
            </a:r>
            <a:endParaRPr lang="en-US" sz="1184" dirty="0"/>
          </a:p>
        </p:txBody>
      </p:sp>
      <p:sp>
        <p:nvSpPr>
          <p:cNvPr id="16" name="Text 14"/>
          <p:cNvSpPr txBox="1"/>
          <p:nvPr/>
        </p:nvSpPr>
        <p:spPr>
          <a:xfrm>
            <a:off x="332842" y="3044952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519379" y="3020949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产业链协同效应初显</a:t>
            </a:r>
            <a:endParaRPr lang="en-US" sz="1184" dirty="0"/>
          </a:p>
        </p:txBody>
      </p:sp>
      <p:sp>
        <p:nvSpPr>
          <p:cNvPr id="18" name="Text 16"/>
          <p:cNvSpPr txBox="1"/>
          <p:nvPr/>
        </p:nvSpPr>
        <p:spPr>
          <a:xfrm>
            <a:off x="6388608" y="1351026"/>
            <a:ext cx="5470550" cy="268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2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当前交互环节短板</a:t>
            </a:r>
            <a:endParaRPr lang="en-US" sz="1920" dirty="0"/>
          </a:p>
        </p:txBody>
      </p:sp>
      <p:sp>
        <p:nvSpPr>
          <p:cNvPr id="19" name="Text 17"/>
          <p:cNvSpPr txBox="1"/>
          <p:nvPr/>
        </p:nvSpPr>
        <p:spPr>
          <a:xfrm>
            <a:off x="6388608" y="1785823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6575146" y="1761134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交互环节仍是关键制约因素</a:t>
            </a:r>
            <a:endParaRPr lang="en-US" sz="1184" dirty="0"/>
          </a:p>
        </p:txBody>
      </p:sp>
      <p:sp>
        <p:nvSpPr>
          <p:cNvPr id="21" name="Text 19"/>
          <p:cNvSpPr txBox="1"/>
          <p:nvPr/>
        </p:nvSpPr>
        <p:spPr>
          <a:xfrm>
            <a:off x="6388608" y="2100605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6575146" y="207591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严重依赖传统手柄，自然交互能力薄弱</a:t>
            </a:r>
            <a:endParaRPr lang="en-US" sz="1184" dirty="0"/>
          </a:p>
        </p:txBody>
      </p:sp>
      <p:sp>
        <p:nvSpPr>
          <p:cNvPr id="23" name="Text 21"/>
          <p:cNvSpPr txBox="1"/>
          <p:nvPr/>
        </p:nvSpPr>
        <p:spPr>
          <a:xfrm>
            <a:off x="6388608" y="2415388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4" name="Text 22"/>
          <p:cNvSpPr txBox="1"/>
          <p:nvPr/>
        </p:nvSpPr>
        <p:spPr>
          <a:xfrm>
            <a:off x="6575146" y="2390699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操作逻辑生硬，触觉反馈缺失</a:t>
            </a:r>
            <a:endParaRPr lang="en-US" sz="1184" dirty="0"/>
          </a:p>
        </p:txBody>
      </p:sp>
      <p:sp>
        <p:nvSpPr>
          <p:cNvPr id="25" name="Text 23"/>
          <p:cNvSpPr txBox="1"/>
          <p:nvPr/>
        </p:nvSpPr>
        <p:spPr>
          <a:xfrm>
            <a:off x="6388608" y="2730170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6575146" y="2706167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在精密工业、虚拟协作等场景体验割裂</a:t>
            </a:r>
            <a:endParaRPr lang="en-US" sz="1184" dirty="0"/>
          </a:p>
        </p:txBody>
      </p:sp>
      <p:sp>
        <p:nvSpPr>
          <p:cNvPr id="27" name="Text 25"/>
          <p:cNvSpPr txBox="1"/>
          <p:nvPr/>
        </p:nvSpPr>
        <p:spPr>
          <a:xfrm>
            <a:off x="6388608" y="3044952"/>
            <a:ext cx="142646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•</a:t>
            </a:r>
            <a:endParaRPr lang="en-US" sz="1680" dirty="0"/>
          </a:p>
        </p:txBody>
      </p:sp>
      <p:sp>
        <p:nvSpPr>
          <p:cNvPr id="28" name="Text 26"/>
          <p:cNvSpPr txBox="1"/>
          <p:nvPr/>
        </p:nvSpPr>
        <p:spPr>
          <a:xfrm>
            <a:off x="6575146" y="3020949"/>
            <a:ext cx="5251094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难以支撑元宇宙对真实感交互的底层需求</a:t>
            </a:r>
            <a:endParaRPr lang="en-US" sz="11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2026-03-21T03:35:30Z</dcterms:created>
  <dcterms:modified xsi:type="dcterms:W3CDTF">2026-03-21T03:35:30Z</dcterms:modified>
</cp:coreProperties>
</file>