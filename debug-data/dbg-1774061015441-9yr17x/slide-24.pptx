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48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阐述学校四新建设、双创教育及产教协同对项目的支撑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十、教育与支持体系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