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27914" y="3903574"/>
            <a:ext cx="11134954" cy="3840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405738" y="3537356"/>
            <a:ext cx="25603" cy="4670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8925" y="4015359"/>
            <a:ext cx="2060448" cy="333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32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2024年初</a:t>
            </a:r>
            <a:endParaRPr lang="en-US" sz="2432" dirty="0"/>
          </a:p>
        </p:txBody>
      </p:sp>
      <p:sp>
        <p:nvSpPr>
          <p:cNvPr id="6" name="Text 4"/>
          <p:cNvSpPr txBox="1"/>
          <p:nvPr/>
        </p:nvSpPr>
        <p:spPr>
          <a:xfrm>
            <a:off x="388925" y="4433697"/>
            <a:ext cx="2060448" cy="280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将龙影手套集成至装甲装备虚拟维修平台，在雨雾、微光等野战模拟环境下验证鲁棒性，指令识别准确率&gt;95%，实现单装深度维修训练频次提升300%，并构建数字化'手感'经验包加速技能传承。</a:t>
            </a:r>
            <a:endParaRPr lang="en-US" sz="1648" dirty="0"/>
          </a:p>
        </p:txBody>
      </p:sp>
      <p:sp>
        <p:nvSpPr>
          <p:cNvPr id="7" name="Shape 5"/>
          <p:cNvSpPr/>
          <p:nvPr/>
        </p:nvSpPr>
        <p:spPr>
          <a:xfrm>
            <a:off x="6083808" y="3802075"/>
            <a:ext cx="25603" cy="4670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65776" y="235915"/>
            <a:ext cx="2060448" cy="667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32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2024年第三季度</a:t>
            </a:r>
            <a:endParaRPr lang="en-US" sz="2432" dirty="0"/>
          </a:p>
        </p:txBody>
      </p:sp>
      <p:sp>
        <p:nvSpPr>
          <p:cNvPr id="9" name="Text 7"/>
          <p:cNvSpPr txBox="1"/>
          <p:nvPr/>
        </p:nvSpPr>
        <p:spPr>
          <a:xfrm>
            <a:off x="5065776" y="988238"/>
            <a:ext cx="2060448" cy="280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引入龙影手套及配套系统，在航空连接器装配培训中心开展为期三个月试点。学员在1:1虚拟飞机舱段中完成精密装配操作，实现培训周期缩短约40%，耗材损耗成本下降超90%，并推动技能考核标准化。</a:t>
            </a:r>
            <a:endParaRPr lang="en-US" sz="1648" dirty="0"/>
          </a:p>
        </p:txBody>
      </p:sp>
      <p:sp>
        <p:nvSpPr>
          <p:cNvPr id="10" name="Shape 8"/>
          <p:cNvSpPr/>
          <p:nvPr/>
        </p:nvSpPr>
        <p:spPr>
          <a:xfrm>
            <a:off x="10760659" y="3537356"/>
            <a:ext cx="25603" cy="4670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742627" y="4015359"/>
            <a:ext cx="2060448" cy="333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32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2024年及以后</a:t>
            </a:r>
            <a:endParaRPr lang="en-US" sz="2432" dirty="0"/>
          </a:p>
        </p:txBody>
      </p:sp>
      <p:sp>
        <p:nvSpPr>
          <p:cNvPr id="12" name="Text 10"/>
          <p:cNvSpPr txBox="1"/>
          <p:nvPr/>
        </p:nvSpPr>
        <p:spPr>
          <a:xfrm>
            <a:off x="9742627" y="4433697"/>
            <a:ext cx="2060448" cy="2523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两大国家级单位的深度应用，系统验证了龙影手套在工业级场景下的技术成熟度与产业价值，精准破解高危、高成本、高标准化要求领域的训练瓶颈，为规模化行业落地奠定坚实基础。</a:t>
            </a:r>
            <a:endParaRPr lang="en-US" sz="1648" dirty="0"/>
          </a:p>
        </p:txBody>
      </p:sp>
      <p:sp>
        <p:nvSpPr>
          <p:cNvPr id="13" name="Text 11"/>
          <p:cNvSpPr txBox="1"/>
          <p:nvPr/>
        </p:nvSpPr>
        <p:spPr>
          <a:xfrm>
            <a:off x="527914" y="365531"/>
            <a:ext cx="11134954" cy="487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产业验证里程碑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2026-03-21T03:35:28Z</dcterms:created>
  <dcterms:modified xsi:type="dcterms:W3CDTF">2026-03-21T03:35:28Z</dcterms:modified>
</cp:coreProperties>
</file>