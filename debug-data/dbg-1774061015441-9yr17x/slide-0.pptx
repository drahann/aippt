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9017203" y="381305"/>
            <a:ext cx="2667610" cy="1333195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97594" y="761924"/>
            <a:ext cx="1777594" cy="888797"/>
          </a:xfrm>
          <a:prstGeom prst="ellipse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6324448"/>
            <a:ext cx="1270406" cy="2537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2000" y="2158898"/>
            <a:ext cx="5080406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赋能元宇宙自然交互，驱动产业数字化转型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2540203"/>
            <a:ext cx="8890406" cy="558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龙影元宇宙多模态智能数据手套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2026-03-21T03:35:28Z</dcterms:created>
  <dcterms:modified xsi:type="dcterms:W3CDTF">2026-03-21T03:35:28Z</dcterms:modified>
</cp:coreProperties>
</file>