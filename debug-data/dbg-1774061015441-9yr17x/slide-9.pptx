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998720" y="1272845"/>
            <a:ext cx="3251606" cy="77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4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9篇</a:t>
            </a:r>
            <a:endParaRPr lang="en-US" sz="6640" dirty="0"/>
          </a:p>
        </p:txBody>
      </p:sp>
      <p:sp>
        <p:nvSpPr>
          <p:cNvPr id="5" name="Text 3"/>
          <p:cNvSpPr txBox="1"/>
          <p:nvPr/>
        </p:nvSpPr>
        <p:spPr>
          <a:xfrm>
            <a:off x="4998720" y="2154098"/>
            <a:ext cx="3251606" cy="26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累计发表论文</a:t>
            </a:r>
            <a:endParaRPr lang="en-US" sz="1744" dirty="0"/>
          </a:p>
        </p:txBody>
      </p:sp>
      <p:sp>
        <p:nvSpPr>
          <p:cNvPr id="6" name="Text 4"/>
          <p:cNvSpPr txBox="1"/>
          <p:nvPr/>
        </p:nvSpPr>
        <p:spPr>
          <a:xfrm>
            <a:off x="8513674" y="1272845"/>
            <a:ext cx="3251606" cy="77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4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7项</a:t>
            </a:r>
            <a:endParaRPr lang="en-US" sz="6640" dirty="0"/>
          </a:p>
        </p:txBody>
      </p:sp>
      <p:sp>
        <p:nvSpPr>
          <p:cNvPr id="7" name="Text 5"/>
          <p:cNvSpPr txBox="1"/>
          <p:nvPr/>
        </p:nvSpPr>
        <p:spPr>
          <a:xfrm>
            <a:off x="8513674" y="2154098"/>
            <a:ext cx="3251606" cy="26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申请专利</a:t>
            </a:r>
            <a:endParaRPr lang="en-US" sz="1744" dirty="0"/>
          </a:p>
        </p:txBody>
      </p:sp>
      <p:sp>
        <p:nvSpPr>
          <p:cNvPr id="8" name="Text 6"/>
          <p:cNvSpPr txBox="1"/>
          <p:nvPr/>
        </p:nvSpPr>
        <p:spPr>
          <a:xfrm>
            <a:off x="4998720" y="4437812"/>
            <a:ext cx="3251606" cy="77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4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4项</a:t>
            </a:r>
            <a:endParaRPr lang="en-US" sz="6640" dirty="0"/>
          </a:p>
        </p:txBody>
      </p:sp>
      <p:sp>
        <p:nvSpPr>
          <p:cNvPr id="9" name="Text 7"/>
          <p:cNvSpPr txBox="1"/>
          <p:nvPr/>
        </p:nvSpPr>
        <p:spPr>
          <a:xfrm>
            <a:off x="4998720" y="5319065"/>
            <a:ext cx="3251606" cy="26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授权发明专利</a:t>
            </a:r>
            <a:endParaRPr lang="en-US" sz="1744" dirty="0"/>
          </a:p>
        </p:txBody>
      </p:sp>
      <p:sp>
        <p:nvSpPr>
          <p:cNvPr id="10" name="Text 8"/>
          <p:cNvSpPr txBox="1"/>
          <p:nvPr/>
        </p:nvSpPr>
        <p:spPr>
          <a:xfrm>
            <a:off x="8513674" y="4437812"/>
            <a:ext cx="3251606" cy="775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4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5项</a:t>
            </a:r>
            <a:endParaRPr lang="en-US" sz="6640" dirty="0"/>
          </a:p>
        </p:txBody>
      </p:sp>
      <p:sp>
        <p:nvSpPr>
          <p:cNvPr id="11" name="Text 9"/>
          <p:cNvSpPr txBox="1"/>
          <p:nvPr/>
        </p:nvSpPr>
        <p:spPr>
          <a:xfrm>
            <a:off x="8513674" y="5319065"/>
            <a:ext cx="3251606" cy="265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44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软件著作权</a:t>
            </a:r>
            <a:endParaRPr lang="en-US" sz="1744" dirty="0"/>
          </a:p>
        </p:txBody>
      </p:sp>
      <p:sp>
        <p:nvSpPr>
          <p:cNvPr id="12" name="Text 10"/>
          <p:cNvSpPr txBox="1"/>
          <p:nvPr/>
        </p:nvSpPr>
        <p:spPr>
          <a:xfrm>
            <a:off x="466954" y="2503170"/>
            <a:ext cx="3638093" cy="504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8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创新成果展示</a:t>
            </a:r>
            <a:endParaRPr lang="en-US" sz="3680" dirty="0"/>
          </a:p>
        </p:txBody>
      </p:sp>
      <p:sp>
        <p:nvSpPr>
          <p:cNvPr id="13" name="Text 11"/>
          <p:cNvSpPr txBox="1"/>
          <p:nvPr/>
        </p:nvSpPr>
        <p:spPr>
          <a:xfrm>
            <a:off x="466954" y="3210916"/>
            <a:ext cx="3638093" cy="1143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团队围绕"龙影"数据手套核心技术，在柔性传感、手势识别与多模态交互领域形成系统性创新，构建"理论-专利-软硬协同"三位一体的知识产权体系。</a:t>
            </a:r>
            <a:endParaRPr lang="en-US" sz="1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2026-03-21T03:35:30Z</dcterms:created>
  <dcterms:modified xsi:type="dcterms:W3CDTF">2026-03-21T03:35:30Z</dcterms:modified>
</cp:coreProperties>
</file>