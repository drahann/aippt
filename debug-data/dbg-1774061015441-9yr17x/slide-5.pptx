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介绍团队优势与技术领域现状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三、创新基础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2026-03-21T03:35:30Z</dcterms:created>
  <dcterms:modified xsi:type="dcterms:W3CDTF">2026-03-21T03:35:30Z</dcterms:modified>
</cp:coreProperties>
</file>