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70102"/>
            <a:ext cx="51206" cy="431779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0287610" y="508178"/>
            <a:ext cx="1270406" cy="635051"/>
          </a:xfrm>
          <a:prstGeom prst="ellipse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2000" y="2285771"/>
            <a:ext cx="3810000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分析行业前景、竞争格局与市场定位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2667076"/>
            <a:ext cx="7620000" cy="447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六、市场分析</a:t>
            </a:r>
            <a:endParaRPr lang="en-US" sz="6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2026-03-21T03:35:28Z</dcterms:created>
  <dcterms:modified xsi:type="dcterms:W3CDTF">2026-03-21T03:35:28Z</dcterms:modified>
</cp:coreProperties>
</file>