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17203" y="4635322"/>
            <a:ext cx="1905610" cy="952576"/>
          </a:xfrm>
          <a:prstGeom prst="ellipse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508178"/>
            <a:ext cx="1143610" cy="190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>
                    <a:alpha val="60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期待合作，共创未来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413330"/>
            <a:ext cx="6349594" cy="63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