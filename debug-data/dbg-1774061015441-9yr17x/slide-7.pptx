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阐述项目的研究内容、技术路线与系统架构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四、创新设计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2026-03-21T03:35:30Z</dcterms:created>
  <dcterms:modified xsi:type="dcterms:W3CDTF">2026-03-21T03:35:30Z</dcterms:modified>
</cp:coreProperties>
</file>