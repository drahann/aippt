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6584366"/>
            <a:ext cx="497434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AIPPT</a:t>
            </a:r>
            <a:endParaRPr lang="en-US" sz="1184" dirty="0"/>
          </a:p>
        </p:txBody>
      </p:sp>
      <p:sp>
        <p:nvSpPr>
          <p:cNvPr id="5" name="Text 3"/>
          <p:cNvSpPr txBox="1"/>
          <p:nvPr/>
        </p:nvSpPr>
        <p:spPr>
          <a:xfrm>
            <a:off x="10797235" y="6584366"/>
            <a:ext cx="1120445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Company Name</a:t>
            </a:r>
            <a:endParaRPr lang="en-US" sz="1184" dirty="0"/>
          </a:p>
        </p:txBody>
      </p:sp>
      <p:sp>
        <p:nvSpPr>
          <p:cNvPr id="6" name="Text 4"/>
          <p:cNvSpPr txBox="1"/>
          <p:nvPr/>
        </p:nvSpPr>
        <p:spPr>
          <a:xfrm>
            <a:off x="680314" y="477317"/>
            <a:ext cx="6715354" cy="45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2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元宇宙演进与交互瓶颈</a:t>
            </a:r>
            <a:endParaRPr lang="en-US" sz="3328" dirty="0"/>
          </a:p>
        </p:txBody>
      </p:sp>
      <p:sp>
        <p:nvSpPr>
          <p:cNvPr id="7" name="Text 5"/>
          <p:cNvSpPr txBox="1"/>
          <p:nvPr/>
        </p:nvSpPr>
        <p:spPr>
          <a:xfrm>
            <a:off x="680314" y="1147343"/>
            <a:ext cx="7365187" cy="115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44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元宇宙与数字经济加速演进，但产业落地遭遇交互瓶颈。国家政策驱动下，本项目研发龙影智能数据手套以突破自然交互硬件瓶颈。</a:t>
            </a:r>
            <a:endParaRPr lang="en-US" sz="21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