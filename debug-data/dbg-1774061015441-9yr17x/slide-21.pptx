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展示团队结构、精神及专家支持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九、团队介绍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