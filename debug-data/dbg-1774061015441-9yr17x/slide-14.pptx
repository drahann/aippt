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201625"/>
            <a:ext cx="5658307" cy="64547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5860694" y="201625"/>
            <a:ext cx="6130138" cy="64547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7031126" y="5535778"/>
            <a:ext cx="259690" cy="203683"/>
          </a:xfrm>
          <a:prstGeom prst="rect">
            <a:avLst>
              <a:gd name="adj" fmla="val 43098"/>
            </a:avLst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8047939" y="5535778"/>
            <a:ext cx="259690" cy="203683"/>
          </a:xfrm>
          <a:prstGeom prst="rect">
            <a:avLst>
              <a:gd name="adj" fmla="val 43098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9065971" y="5535778"/>
            <a:ext cx="259690" cy="203683"/>
          </a:xfrm>
          <a:prstGeom prst="rect">
            <a:avLst>
              <a:gd name="adj" fmla="val 43098"/>
            </a:avLst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10082784" y="5535778"/>
            <a:ext cx="259690" cy="203683"/>
          </a:xfrm>
          <a:prstGeom prst="rect">
            <a:avLst>
              <a:gd name="adj" fmla="val 43098"/>
            </a:avLst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1099597" y="1276274"/>
            <a:ext cx="259690" cy="4463872"/>
          </a:xfrm>
          <a:prstGeom prst="rect">
            <a:avLst>
              <a:gd name="adj" fmla="val 33803"/>
            </a:avLst>
          </a:prstGeom>
          <a:solidFill>
            <a:srgbClr val="0000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5488" y="455371"/>
            <a:ext cx="5109667" cy="408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8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市场前景与定位</a:t>
            </a:r>
            <a:endParaRPr lang="en-US" sz="3280" dirty="0"/>
          </a:p>
        </p:txBody>
      </p:sp>
      <p:sp>
        <p:nvSpPr>
          <p:cNvPr id="11" name="Text 9"/>
          <p:cNvSpPr txBox="1"/>
          <p:nvPr/>
        </p:nvSpPr>
        <p:spPr>
          <a:xfrm>
            <a:off x="11547043" y="364160"/>
            <a:ext cx="240182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23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937504" y="1586941"/>
            <a:ext cx="192634" cy="1939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8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虚拟现实产业规模目标与核心赛道</a:t>
            </a:r>
            <a:endParaRPr lang="en-US" sz="1008" dirty="0"/>
          </a:p>
        </p:txBody>
      </p:sp>
      <p:sp>
        <p:nvSpPr>
          <p:cNvPr id="13" name="Text 11"/>
          <p:cNvSpPr txBox="1"/>
          <p:nvPr/>
        </p:nvSpPr>
        <p:spPr>
          <a:xfrm>
            <a:off x="6366662" y="1095223"/>
            <a:ext cx="253594" cy="105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4000</a:t>
            </a:r>
            <a:endParaRPr lang="en-US" sz="832" dirty="0"/>
          </a:p>
        </p:txBody>
      </p:sp>
      <p:sp>
        <p:nvSpPr>
          <p:cNvPr id="14" name="Text 12"/>
          <p:cNvSpPr txBox="1"/>
          <p:nvPr/>
        </p:nvSpPr>
        <p:spPr>
          <a:xfrm>
            <a:off x="6366662" y="2115693"/>
            <a:ext cx="253594" cy="105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3000</a:t>
            </a:r>
            <a:endParaRPr lang="en-US" sz="832" dirty="0"/>
          </a:p>
        </p:txBody>
      </p:sp>
      <p:sp>
        <p:nvSpPr>
          <p:cNvPr id="15" name="Text 13"/>
          <p:cNvSpPr txBox="1"/>
          <p:nvPr/>
        </p:nvSpPr>
        <p:spPr>
          <a:xfrm>
            <a:off x="6366662" y="3136163"/>
            <a:ext cx="253594" cy="105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2000</a:t>
            </a:r>
            <a:endParaRPr lang="en-US" sz="832" dirty="0"/>
          </a:p>
        </p:txBody>
      </p:sp>
      <p:sp>
        <p:nvSpPr>
          <p:cNvPr id="16" name="Text 14"/>
          <p:cNvSpPr txBox="1"/>
          <p:nvPr/>
        </p:nvSpPr>
        <p:spPr>
          <a:xfrm>
            <a:off x="6366662" y="4156634"/>
            <a:ext cx="253594" cy="105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1000</a:t>
            </a:r>
            <a:endParaRPr lang="en-US" sz="832" dirty="0"/>
          </a:p>
        </p:txBody>
      </p:sp>
      <p:sp>
        <p:nvSpPr>
          <p:cNvPr id="17" name="Text 15"/>
          <p:cNvSpPr txBox="1"/>
          <p:nvPr/>
        </p:nvSpPr>
        <p:spPr>
          <a:xfrm>
            <a:off x="6366662" y="5177104"/>
            <a:ext cx="253594" cy="105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</a:t>
            </a:r>
            <a:endParaRPr lang="en-US" sz="832" dirty="0"/>
          </a:p>
        </p:txBody>
      </p:sp>
      <p:sp>
        <p:nvSpPr>
          <p:cNvPr id="18" name="Text 16"/>
          <p:cNvSpPr txBox="1"/>
          <p:nvPr/>
        </p:nvSpPr>
        <p:spPr>
          <a:xfrm>
            <a:off x="6695846" y="5836158"/>
            <a:ext cx="931469" cy="14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4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2022年</a:t>
            </a:r>
            <a:endParaRPr lang="en-US" sz="1040" dirty="0"/>
          </a:p>
        </p:txBody>
      </p:sp>
      <p:sp>
        <p:nvSpPr>
          <p:cNvPr id="19" name="Text 17"/>
          <p:cNvSpPr txBox="1"/>
          <p:nvPr/>
        </p:nvSpPr>
        <p:spPr>
          <a:xfrm>
            <a:off x="7712659" y="5836158"/>
            <a:ext cx="931469" cy="14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4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2023年</a:t>
            </a:r>
            <a:endParaRPr lang="en-US" sz="1040" dirty="0"/>
          </a:p>
        </p:txBody>
      </p:sp>
      <p:sp>
        <p:nvSpPr>
          <p:cNvPr id="20" name="Text 18"/>
          <p:cNvSpPr txBox="1"/>
          <p:nvPr/>
        </p:nvSpPr>
        <p:spPr>
          <a:xfrm>
            <a:off x="8729472" y="5836158"/>
            <a:ext cx="931469" cy="14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4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2024年</a:t>
            </a:r>
            <a:endParaRPr lang="en-US" sz="1040" dirty="0"/>
          </a:p>
        </p:txBody>
      </p:sp>
      <p:sp>
        <p:nvSpPr>
          <p:cNvPr id="21" name="Text 19"/>
          <p:cNvSpPr txBox="1"/>
          <p:nvPr/>
        </p:nvSpPr>
        <p:spPr>
          <a:xfrm>
            <a:off x="9746285" y="5836158"/>
            <a:ext cx="931469" cy="14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4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2025年</a:t>
            </a:r>
            <a:endParaRPr lang="en-US" sz="1040" dirty="0"/>
          </a:p>
        </p:txBody>
      </p:sp>
      <p:sp>
        <p:nvSpPr>
          <p:cNvPr id="22" name="Text 20"/>
          <p:cNvSpPr txBox="1"/>
          <p:nvPr/>
        </p:nvSpPr>
        <p:spPr>
          <a:xfrm>
            <a:off x="10764317" y="5836158"/>
            <a:ext cx="931469" cy="14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4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2026年</a:t>
            </a:r>
            <a:endParaRPr lang="en-US" sz="1040" dirty="0"/>
          </a:p>
        </p:txBody>
      </p:sp>
      <p:sp>
        <p:nvSpPr>
          <p:cNvPr id="23" name="Text 21"/>
          <p:cNvSpPr txBox="1"/>
          <p:nvPr/>
        </p:nvSpPr>
        <p:spPr>
          <a:xfrm>
            <a:off x="6063082" y="6246266"/>
            <a:ext cx="5724144" cy="237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产业规模（亿元）</a:t>
            </a:r>
            <a:endParaRPr lang="en-US" sz="124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2026-03-21T03:35:28Z</dcterms:created>
  <dcterms:modified xsi:type="dcterms:W3CDTF">2026-03-21T03:35:28Z</dcterms:modified>
</cp:coreProperties>
</file>