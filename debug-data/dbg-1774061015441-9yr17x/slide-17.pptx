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4800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4800600"/>
          </a:xfrm>
          <a:prstGeom prst="rect">
            <a:avLst>
              <a:gd name="adj" fmla="val 5714"/>
            </a:avLst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8202" y="2628671"/>
            <a:ext cx="1955597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三元网络商业模式架构图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5003597"/>
            <a:ext cx="4890211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商业模式：三元网络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08371" y="5024171"/>
            <a:ext cx="650930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构建"高校技术源-行业客户群-生态伙伴网"三位一体网络，实现价值交付、数据回流与资金循环的闭环。</a:t>
            </a:r>
            <a:endParaRPr lang="en-US" sz="1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2026-03-21T03:35:29Z</dcterms:created>
  <dcterms:modified xsi:type="dcterms:W3CDTF">2026-03-21T03:35:29Z</dcterms:modified>
</cp:coreProperties>
</file>