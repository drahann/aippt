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70102"/>
            <a:ext cx="51206" cy="4317797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610" y="508178"/>
            <a:ext cx="1270406" cy="635051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2000" y="2285771"/>
            <a:ext cx="3810000" cy="244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展望项目落地路径与社会价值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62000" y="2667076"/>
            <a:ext cx="7620000" cy="4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八、落地前景与社会影响</a:t>
            </a:r>
            <a:endParaRPr lang="en-US" sz="6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2026-03-21T03:35:29Z</dcterms:created>
  <dcterms:modified xsi:type="dcterms:W3CDTF">2026-03-21T03:35:29Z</dcterms:modified>
</cp:coreProperties>
</file>