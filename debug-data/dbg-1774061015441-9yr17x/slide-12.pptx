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731264" y="1787881"/>
            <a:ext cx="883920" cy="883996"/>
          </a:xfrm>
          <a:prstGeom prst="ellips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53430" y="1787881"/>
            <a:ext cx="883920" cy="883996"/>
          </a:xfrm>
          <a:prstGeom prst="ellips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76816" y="1787881"/>
            <a:ext cx="883920" cy="883996"/>
          </a:xfrm>
          <a:prstGeom prst="ellips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5046" y="2779547"/>
            <a:ext cx="3756355" cy="185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"龙影"多模态智能数据手套是我国人机交互领域的重要突破。"感知-意图-反馈"闭环理论模型系统性破解多模态信息割裂难题，全栈自研路径实现传感器、算法到集成的自主可控，性能达国际先进水平，为构建国产元宇宙交互基础设施提供核心支撑，战略价值突出。</a:t>
            </a:r>
            <a:endParaRPr lang="en-US" sz="1568" dirty="0"/>
          </a:p>
        </p:txBody>
      </p:sp>
      <p:sp>
        <p:nvSpPr>
          <p:cNvPr id="7" name="Text 5"/>
          <p:cNvSpPr txBox="1"/>
          <p:nvPr/>
        </p:nvSpPr>
        <p:spPr>
          <a:xfrm>
            <a:off x="295046" y="4689500"/>
            <a:ext cx="3756355" cy="3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48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陈建国 - 中国工程院院士、虚拟现实技术与系统全国重点实验室主任</a:t>
            </a:r>
            <a:endParaRPr lang="en-US" sz="1248" dirty="0"/>
          </a:p>
        </p:txBody>
      </p:sp>
      <p:sp>
        <p:nvSpPr>
          <p:cNvPr id="8" name="Text 6"/>
          <p:cNvSpPr txBox="1"/>
          <p:nvPr/>
        </p:nvSpPr>
        <p:spPr>
          <a:xfrm>
            <a:off x="4217213" y="2779547"/>
            <a:ext cx="3756355" cy="185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高度肯定其仿生柔性传感创新:"水膜-鱼网"结构液态金属复合材料巧妙平衡灵敏度、耐久性与成本；光纤与IMU混合架构结合自研融合算法，实现精度与稳定性的协同提升。该技术不仅赋能数据手套，更为柔性电子与机器人触觉感知开辟新路径，学术深度与产业延展性兼备。</a:t>
            </a:r>
            <a:endParaRPr lang="en-US" sz="1568" dirty="0"/>
          </a:p>
        </p:txBody>
      </p:sp>
      <p:sp>
        <p:nvSpPr>
          <p:cNvPr id="9" name="Text 7"/>
          <p:cNvSpPr txBox="1"/>
          <p:nvPr/>
        </p:nvSpPr>
        <p:spPr>
          <a:xfrm>
            <a:off x="4217213" y="4689500"/>
            <a:ext cx="3756355" cy="3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48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李明霞 - 国家杰出青年科学基金获得者、XX大学精密仪器系教授</a:t>
            </a:r>
            <a:endParaRPr lang="en-US" sz="1248" dirty="0"/>
          </a:p>
        </p:txBody>
      </p:sp>
      <p:sp>
        <p:nvSpPr>
          <p:cNvPr id="10" name="Text 8"/>
          <p:cNvSpPr txBox="1"/>
          <p:nvPr/>
        </p:nvSpPr>
        <p:spPr>
          <a:xfrm>
            <a:off x="8140598" y="2779547"/>
            <a:ext cx="3756355" cy="185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结合工业实践反馈：产品精准契合航空装配、设备维修等场景对"精准手感"与"操作可靠性"的刚性需求。高鲁棒性设计与真实力触觉反馈有效破解高技能培训中成本高、风险大、传承难的行业痛点，是一款经真实产线验证、具备规模化落地条件的成熟解决方案。</a:t>
            </a:r>
            <a:endParaRPr lang="en-US" sz="1568" dirty="0"/>
          </a:p>
        </p:txBody>
      </p:sp>
      <p:sp>
        <p:nvSpPr>
          <p:cNvPr id="11" name="Text 9"/>
          <p:cNvSpPr txBox="1"/>
          <p:nvPr/>
        </p:nvSpPr>
        <p:spPr>
          <a:xfrm>
            <a:off x="8140598" y="4689500"/>
            <a:ext cx="3756355" cy="3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48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王振华 - 中航工业集团特级技术专家、航空工业虚拟现实产业联盟副主任</a:t>
            </a:r>
            <a:endParaRPr lang="en-US" sz="124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2026-03-21T03:35:28Z</dcterms:created>
  <dcterms:modified xsi:type="dcterms:W3CDTF">2026-03-21T03:35:28Z</dcterms:modified>
</cp:coreProperties>
</file>