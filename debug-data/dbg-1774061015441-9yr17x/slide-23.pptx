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75514" y="2724683"/>
            <a:ext cx="2079955" cy="11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为龙影手套提供高精度传感融合与多模态交互算法的核心专业指导，将流式大数据处理理论深度融入产品架构设计，并系统训练团队科研思维与工程实现能力。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75514" y="3984498"/>
            <a:ext cx="2079955" cy="14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张展教授 - 技术顾问</a:t>
            </a:r>
            <a:endParaRPr lang="en-US" sz="976" dirty="0"/>
          </a:p>
        </p:txBody>
      </p:sp>
      <p:sp>
        <p:nvSpPr>
          <p:cNvPr id="5" name="Text 3"/>
          <p:cNvSpPr txBox="1"/>
          <p:nvPr/>
        </p:nvSpPr>
        <p:spPr>
          <a:xfrm>
            <a:off x="2716378" y="2724683"/>
            <a:ext cx="2079955" cy="11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主导产品工程化与产业化实践路径，引入军工级质量管控标准提升产品稳定性，协助构建全生命周期测试体系，加速技术成果转化并赋能团队工程实践训练。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16378" y="3984498"/>
            <a:ext cx="2079955" cy="14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娄久教授 - 技术顾问</a:t>
            </a:r>
            <a:endParaRPr lang="en-US" sz="976" dirty="0"/>
          </a:p>
        </p:txBody>
      </p:sp>
      <p:sp>
        <p:nvSpPr>
          <p:cNvPr id="7" name="Text 5"/>
          <p:cNvSpPr txBox="1"/>
          <p:nvPr/>
        </p:nvSpPr>
        <p:spPr>
          <a:xfrm>
            <a:off x="5056022" y="2724683"/>
            <a:ext cx="2079955" cy="11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为项目精准锚定市场定位，制定分阶段商业化路径，高效整合产业资源与资本网络，并提供战略推演、组织管理等专项训练，强化团队商业运营能力。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56022" y="3984498"/>
            <a:ext cx="2079955" cy="14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彭维斌 - 战略顾问</a:t>
            </a:r>
            <a:endParaRPr lang="en-US" sz="976" dirty="0"/>
          </a:p>
        </p:txBody>
      </p:sp>
      <p:sp>
        <p:nvSpPr>
          <p:cNvPr id="9" name="Text 7"/>
          <p:cNvSpPr txBox="1"/>
          <p:nvPr/>
        </p:nvSpPr>
        <p:spPr>
          <a:xfrm>
            <a:off x="7395667" y="2824124"/>
            <a:ext cx="2079955" cy="99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对多模态传感融合算法与系统架构开展关键技术论证，提出触觉反馈延迟优化方案，并为技术路线合规性与行业前瞻性提供权威支撑。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95667" y="3885057"/>
            <a:ext cx="2079955" cy="14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赵建国教授 - 技术专家</a:t>
            </a:r>
            <a:endParaRPr lang="en-US" sz="976" dirty="0"/>
          </a:p>
        </p:txBody>
      </p:sp>
      <p:sp>
        <p:nvSpPr>
          <p:cNvPr id="11" name="Text 9"/>
          <p:cNvSpPr txBox="1"/>
          <p:nvPr/>
        </p:nvSpPr>
        <p:spPr>
          <a:xfrm>
            <a:off x="9735312" y="2824124"/>
            <a:ext cx="2079955" cy="99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协助团队重构三阶段商业模式，细化用户分层与盈利路径，并精准对接工业仿真软件企业及供应链资源，推动原型测试与小批量试产落地。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735312" y="3885057"/>
            <a:ext cx="2079955" cy="14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周敏总经理 - 投资专家</a:t>
            </a:r>
            <a:endParaRPr lang="en-US" sz="97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