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27914" y="3903574"/>
            <a:ext cx="11134954" cy="3840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405738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8925" y="4015359"/>
            <a:ext cx="2060448" cy="66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行业深耕期 (0-12个月)</a:t>
            </a:r>
            <a:endParaRPr lang="en-US" sz="2432" dirty="0"/>
          </a:p>
        </p:txBody>
      </p:sp>
      <p:sp>
        <p:nvSpPr>
          <p:cNvPr id="6" name="Text 4"/>
          <p:cNvSpPr txBox="1"/>
          <p:nvPr/>
        </p:nvSpPr>
        <p:spPr>
          <a:xfrm>
            <a:off x="388925" y="4767682"/>
            <a:ext cx="2060448" cy="392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深度匹配中航光电、北方兵器研究所等标杆客户核心痛点，定制"硬件+虚拟场景+量化评估"方案。通过试点交付验证价值（培训周期缩短40%、耗材损耗下降90%），沉淀《航空装配实训白皮书》等标准化销售工具包，固化"需求诊断-方案验证-价值量化-案例转化"全流程SOP。</a:t>
            </a:r>
            <a:endParaRPr lang="en-US" sz="1648" dirty="0"/>
          </a:p>
        </p:txBody>
      </p:sp>
      <p:sp>
        <p:nvSpPr>
          <p:cNvPr id="7" name="Shape 5"/>
          <p:cNvSpPr/>
          <p:nvPr/>
        </p:nvSpPr>
        <p:spPr>
          <a:xfrm>
            <a:off x="6083808" y="3802075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65776" y="-604876"/>
            <a:ext cx="2060448" cy="66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区域拓展期 (12-24个月)</a:t>
            </a:r>
            <a:endParaRPr lang="en-US" sz="2432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147447"/>
            <a:ext cx="2060448" cy="36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依托哈工大智能人机交互研究中心等校企合作平台，将灯塔案例转化为联合品牌资产。策划产教对接会获取高质量线索，建立产教融合基地与季度沙龙机制。联合中国一重、哈电集团等共建东北区域实训示范点，以"技术展示+本地化服务"模式拓展市场。</a:t>
            </a:r>
            <a:endParaRPr lang="en-US" sz="1648" dirty="0"/>
          </a:p>
        </p:txBody>
      </p:sp>
      <p:sp>
        <p:nvSpPr>
          <p:cNvPr id="10" name="Shape 8"/>
          <p:cNvSpPr/>
          <p:nvPr/>
        </p:nvSpPr>
        <p:spPr>
          <a:xfrm>
            <a:off x="10760659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42627" y="4015359"/>
            <a:ext cx="2060448" cy="66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全国复制期 (24个月后)</a:t>
            </a:r>
            <a:endParaRPr lang="en-US" sz="2432" dirty="0"/>
          </a:p>
        </p:txBody>
      </p:sp>
      <p:sp>
        <p:nvSpPr>
          <p:cNvPr id="12" name="Text 10"/>
          <p:cNvSpPr txBox="1"/>
          <p:nvPr/>
        </p:nvSpPr>
        <p:spPr>
          <a:xfrm>
            <a:off x="9742627" y="4767682"/>
            <a:ext cx="2060448" cy="28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提炼标准化推广包，结合线上技术直播、行业白皮书精准投放。拓展至轨道交通、能源装备等新行业，通过全国性峰会实现跨域复制，构建"标杆引领-区域扎根-生态辐射"的可持续增长体系。</a:t>
            </a:r>
            <a:endParaRPr lang="en-US" sz="1648" dirty="0"/>
          </a:p>
        </p:txBody>
      </p:sp>
      <p:sp>
        <p:nvSpPr>
          <p:cNvPr id="13" name="Text 11"/>
          <p:cNvSpPr txBox="1"/>
          <p:nvPr/>
        </p:nvSpPr>
        <p:spPr>
          <a:xfrm>
            <a:off x="527914" y="365531"/>
            <a:ext cx="11134954" cy="4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推广模式：灯塔验证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