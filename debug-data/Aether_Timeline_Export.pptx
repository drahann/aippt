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3D9"/>
          </a:solidFill>
          <a:ln/>
        </p:spPr>
      </p:sp>
      <p:sp>
        <p:nvSpPr>
          <p:cNvPr id="3" name="Shape 1"/>
          <p:cNvSpPr/>
          <p:nvPr/>
        </p:nvSpPr>
        <p:spPr>
          <a:xfrm>
            <a:off x="2570074" y="3980383"/>
            <a:ext cx="7051853" cy="30175"/>
          </a:xfrm>
          <a:prstGeom prst="rect">
            <a:avLst/>
          </a:prstGeom>
          <a:solidFill>
            <a:srgbClr val="1C003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3166339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42237" y="1191920"/>
            <a:ext cx="1821241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2024</a:t>
            </a:r>
            <a:endParaRPr lang="en-US" sz="3256" dirty="0"/>
          </a:p>
        </p:txBody>
      </p:sp>
      <p:sp>
        <p:nvSpPr>
          <p:cNvPr id="7" name="Text 5"/>
          <p:cNvSpPr/>
          <p:nvPr/>
        </p:nvSpPr>
        <p:spPr>
          <a:xfrm>
            <a:off x="335280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 milestones and checkpoints in sequence.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910938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10938" y="4093540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2025</a:t>
            </a:r>
            <a:endParaRPr lang="en-US" sz="3256" dirty="0"/>
          </a:p>
        </p:txBody>
      </p:sp>
      <p:sp>
        <p:nvSpPr>
          <p:cNvPr id="11" name="Text 9"/>
          <p:cNvSpPr/>
          <p:nvPr/>
        </p:nvSpPr>
        <p:spPr>
          <a:xfrm>
            <a:off x="2685898" y="5547436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 objectives and execution scope.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261555" y="3166339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61555" y="3166339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2253" y="1191920"/>
            <a:ext cx="1822582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2025</a:t>
            </a:r>
            <a:endParaRPr lang="en-US" sz="3256" dirty="0"/>
          </a:p>
        </p:txBody>
      </p:sp>
      <p:sp>
        <p:nvSpPr>
          <p:cNvPr id="15" name="Text 13"/>
          <p:cNvSpPr/>
          <p:nvPr/>
        </p:nvSpPr>
        <p:spPr>
          <a:xfrm>
            <a:off x="5036515" y="1768678"/>
            <a:ext cx="469434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coverage and stabilize process.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12173" y="4093540"/>
            <a:ext cx="19507" cy="7317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12173" y="4093540"/>
            <a:ext cx="0" cy="731749"/>
          </a:xfrm>
          <a:prstGeom prst="line">
            <a:avLst/>
          </a:prstGeom>
          <a:noFill/>
          <a:ln w="19050">
            <a:solidFill>
              <a:srgbClr val="FF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6035" y="4971364"/>
            <a:ext cx="1771620" cy="454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56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 2026</a:t>
            </a:r>
            <a:endParaRPr lang="en-US" sz="3256" dirty="0"/>
          </a:p>
        </p:txBody>
      </p:sp>
      <p:sp>
        <p:nvSpPr>
          <p:cNvPr id="19" name="Text 17"/>
          <p:cNvSpPr/>
          <p:nvPr/>
        </p:nvSpPr>
        <p:spPr>
          <a:xfrm>
            <a:off x="7804099" y="5547436"/>
            <a:ext cx="3817437" cy="1251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0033">
                    <a:alpha val="8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Optimize quality and speed.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2726" y="491719"/>
            <a:ext cx="10627766" cy="57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84" b="1" dirty="0">
                <a:solidFill>
                  <a:srgbClr val="1C0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3784" dirty="0"/>
          </a:p>
        </p:txBody>
      </p:sp>
      <p:sp>
        <p:nvSpPr>
          <p:cNvPr id="21" name="Shape 19"/>
          <p:cNvSpPr/>
          <p:nvPr/>
        </p:nvSpPr>
        <p:spPr>
          <a:xfrm>
            <a:off x="2472538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3155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3773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4390" y="3898087"/>
            <a:ext cx="195072" cy="195453"/>
          </a:xfrm>
          <a:prstGeom prst="ellipse">
            <a:avLst/>
          </a:prstGeom>
          <a:solidFill>
            <a:srgbClr val="1C00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Timeline Export</dc:title>
  <dc:subject>PptxGenJS Presentation</dc:subject>
  <dc:creator>PptxGenJS</dc:creator>
  <cp:lastModifiedBy>PptxGenJS</cp:lastModifiedBy>
  <cp:revision>1</cp:revision>
  <dcterms:created xsi:type="dcterms:W3CDTF">2026-03-22T11:41:16Z</dcterms:created>
  <dcterms:modified xsi:type="dcterms:W3CDTF">2026-03-22T11:41:16Z</dcterms:modified>
</cp:coreProperties>
</file>